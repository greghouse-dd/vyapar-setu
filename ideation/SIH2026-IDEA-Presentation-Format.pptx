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252071"/>
            <a:ext cx="5924550" cy="4939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SIH2026006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Intelligent Freight Forecasting Model for Optimized Vessel Chartering &amp; Bulk Cargo Procurement, East Coast of India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Transportation &amp; Logistics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7852</TotalTime>
  <Words>357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DEVANSH DHOKA</cp:lastModifiedBy>
  <cp:revision>149</cp:revision>
  <dcterms:created xsi:type="dcterms:W3CDTF">2013-12-12T18:46:50Z</dcterms:created>
  <dcterms:modified xsi:type="dcterms:W3CDTF">2026-09-14T16:23:33Z</dcterms:modified>
  <cp:category/>
</cp:coreProperties>
</file>